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92BEF8-81F3-4CDA-99F0-605A8AF06E3D}">
  <a:tblStyle styleId="{D392BEF8-81F3-4CDA-99F0-605A8AF06E3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22" Type="http://schemas.openxmlformats.org/officeDocument/2006/relationships/font" Target="fonts/DMSans-bold.fntdata"/><Relationship Id="rId10" Type="http://schemas.openxmlformats.org/officeDocument/2006/relationships/slide" Target="slides/slide4.xml"/><Relationship Id="rId21" Type="http://schemas.openxmlformats.org/officeDocument/2006/relationships/font" Target="fonts/DMSans-regular.fntdata"/><Relationship Id="rId13" Type="http://schemas.openxmlformats.org/officeDocument/2006/relationships/slide" Target="slides/slide7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6.xml"/><Relationship Id="rId23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45600" y="2718125"/>
            <a:ext cx="103008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5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Automating Data Import and Relationship Mapping Using Import Sets &amp; Dot Walking</a:t>
            </a:r>
            <a:endParaRPr sz="100"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4057650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Team 1 | 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14"/>
          <p:cNvGraphicFramePr/>
          <p:nvPr/>
        </p:nvGraphicFramePr>
        <p:xfrm>
          <a:off x="571500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{D392BEF8-81F3-4CDA-99F0-605A8AF06E3D}</a:tableStyleId>
              </a:tblPr>
              <a:tblGrid>
                <a:gridCol w="3205600"/>
                <a:gridCol w="7843400"/>
              </a:tblGrid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Team Member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Role &amp; Assignment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Sairam M (Team Lead)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oversight, Create records in the Sheet, Conclusion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Karpaga Vinayagam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Creating Import Table (Staging), Match fields using Mapping Assist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Manuneethi Cholan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Transform Map Configuration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Saravanan 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Transform the Data, Result validation (Testing)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Rada Krishnan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UI Configuration: Display department to user (Dot-walking)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4"/>
          <p:cNvSpPr/>
          <p:nvPr/>
        </p:nvSpPr>
        <p:spPr>
          <a:xfrm>
            <a:off x="571500" y="27193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3777108" y="27193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71500" y="32908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777108" y="32908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71500" y="38623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777108" y="38623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71500" y="44338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777108" y="44338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71500" y="50053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777108" y="50053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Team Assignments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752475" y="21907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09625" y="21907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Streamlined onboarding and updates of employee records within ServiceNow via automated data ingestion.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52475" y="28479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09625" y="28479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Utilized native </a:t>
            </a:r>
            <a:r>
              <a:rPr b="1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Import Sets</a:t>
            </a: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Transform Maps</a:t>
            </a: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transfer external spreadsheet data securely.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52475" y="35052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09625" y="35052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Integrated directly into the core sys_user table, maintaining critical data architecture.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52475" y="41624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09625" y="41624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Enhanced IT Service Desk operational efficiency by implementing dot-walking on the Incident form.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52475" y="48196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48196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Significantly reduced manual data entry errors and provided immediate visibility into user context during incidents.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907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Executive Summary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28837"/>
            <a:ext cx="342900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28837"/>
            <a:ext cx="342900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28837"/>
            <a:ext cx="342900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25829" y="3214687"/>
            <a:ext cx="27203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of Record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66775" y="373856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ServiceNow operates as the centralized system of record for critical enterprise IT operations and management workflows.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05813" y="3214687"/>
            <a:ext cx="298037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Manual Bottlenecks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76775" y="411956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Historically, manual user creation and baseline updates have proven to be highly inefficient and prone to human error.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15813" y="3214687"/>
            <a:ext cx="298037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Dot-Walking Power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86775" y="411956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powerful ServiceNow feature allowing forms to display fields from referenced tables, removing the need for custom scripting.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0" y="248126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Context &amp; Infrastructure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/>
        </p:nvSpPr>
        <p:spPr>
          <a:xfrm>
            <a:off x="2286000" y="2557462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Administrators: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Wasting substantial administrative time manually inputting hundreds of employee records during onboarding cycles.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2286000" y="3424237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Service Desk Agents: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Experiencing inefficiency caused by constantly switching tabs away from the Incident form to look up an Assigned User's details.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2286000" y="4291012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Data Integrity: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Compromising database health with duplicate user records created due to a lack of automated coalescing and matching checks.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57175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38525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305300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User Pain Points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571500" y="571500"/>
            <a:ext cx="555069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Empathy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248602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Before deployment, IT Support Agents and System Administrators faced immense friction. The daily operations were hampered by tedious manual entry and navigation overhead.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385762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By mapping out the thoughts, feelings, and actions of these critical users, we identified that the core frustration was the disconnection between data entry systems and active incident resolution workspaces.</a:t>
            </a:r>
            <a:endParaRPr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3">
            <a:alphaModFix/>
          </a:blip>
          <a:srcRect b="21770" l="17038" r="17051" t="16064"/>
          <a:stretch/>
        </p:blipFill>
        <p:spPr>
          <a:xfrm>
            <a:off x="6985425" y="1126175"/>
            <a:ext cx="4520200" cy="426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571500" y="3838575"/>
            <a:ext cx="110490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07968" y="419100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Data Prep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460057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Format Google Sheet data and export locally as CSV/XLSX file.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3343888" y="228600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Stage &amp; Load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3407419" y="2695575"/>
            <a:ext cx="2541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Utilize System Import Sets to create the staging table u_import_employee.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179808" y="419100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Transform Map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243339" y="460057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 identical fields and set email to coalesce targeting sys_user.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015728" y="251460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UI Config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079259" y="292417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Apply Form Design to dot-walk user context to Incident workspace.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1727820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38100">
            <a:solidFill>
              <a:srgbClr val="11C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563740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38100">
            <a:solidFill>
              <a:srgbClr val="11C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399659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38100">
            <a:solidFill>
              <a:srgbClr val="11C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10235579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38100">
            <a:solidFill>
              <a:srgbClr val="11C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 Workflow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28825"/>
            <a:ext cx="5286375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8825"/>
            <a:ext cx="5286375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839390" y="2409825"/>
            <a:ext cx="47505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52500" y="2933700"/>
            <a:ext cx="4524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Establish a repeatable process to ingest CSV/XLSX employee data into the sys_user table.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52500" y="3790950"/>
            <a:ext cx="4524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Ensure no duplicate records are created by establishing a unique identifier (Coalesce).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52500" y="4648200"/>
            <a:ext cx="4524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 Enrich the Incident Management view by surfacing related user data instantly.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602015" y="2409825"/>
            <a:ext cx="47505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Prerequisites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715125" y="2933700"/>
            <a:ext cx="4524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Access to a ServiceNow Instance with System Administrator (admin) privileges.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715125" y="3790950"/>
            <a:ext cx="4524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properly formatted sample spreadsheet populated with test employee records.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715125" y="4648200"/>
            <a:ext cx="4524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Basic understanding of ServiceNow reference fields and table structures.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Objectives &amp; Prerequisites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669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669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166937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485775" y="4500562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Loading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4891087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Securely staging spreadsheet data into a temporary import set table.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295775" y="4500562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Transformation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381500" y="4891087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Mapping fields and establishing coalesce rules to maintain integrity.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105775" y="4500562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Dot-Walking UI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191500" y="4891087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Configuring the Incident form to dynamically pull related profile details.</a:t>
            </a:r>
            <a:endParaRPr/>
          </a:p>
        </p:txBody>
      </p:sp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185987"/>
            <a:ext cx="33909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0550" y="2185987"/>
            <a:ext cx="33909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0550" y="2185987"/>
            <a:ext cx="33909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Implementation Phases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571500" y="2724150"/>
            <a:ext cx="52863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100%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4533900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Records Successfully Ingested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334125" y="245268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Seamless Execution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334125" y="2976562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Import Set and Transform Map executed seamlessly, proving the integration provides a scalable, reusable pipeline for bulk operations.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334125" y="4090987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Team 1 significantly reduced administrative overhead, eliminated duplicates via coalesce, and greatly enhanced the agent experience by delivering immediate user context on the Incident form.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Final Project Results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